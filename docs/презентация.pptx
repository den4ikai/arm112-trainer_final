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0.png"/><Relationship Id="rId3" Type="http://schemas.openxmlformats.org/officeDocument/2006/relationships/image" Target="../media/image8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Relationship Id="rId3" Type="http://schemas.openxmlformats.org/officeDocument/2006/relationships/image" Target="../media/image8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8.png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1.png"/><Relationship Id="rId3" Type="http://schemas.openxmlformats.org/officeDocument/2006/relationships/image" Target="../media/image8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4.png"/><Relationship Id="rId3" Type="http://schemas.openxmlformats.org/officeDocument/2006/relationships/image" Target="../media/image84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ELABS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Нейросеть сверяет сказанное заявителем с тем, что курсант записал в карточку, и объясняет ошибки цитатами, которые проверяет код.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Капитан: </a:t>
            </a:r>
            <a:r>
              <a:rPr lang="ru-RU" dirty="0" sz="1200">
                <a:solidFill>
                  <a:schemeClr val="tx1"/>
                </a:solidFill>
              </a:rPr>
              <a:t>Денис Петров, ML-инженер: синтез и распознавание речи, LLM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Кол-во участников: </a:t>
            </a:r>
            <a:r>
              <a:rPr lang="ru-RU" dirty="0" sz="120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z="1200">
                <a:solidFill>
                  <a:schemeClr val="tx1"/>
                </a:solidFill>
              </a:rPr>
              <a:t>дружим со школы, с пятого класса; объединили опыт в речевых технологиях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z="1200">
                <a:solidFill>
                  <a:schemeClr val="tx1"/>
                </a:solidFill>
              </a:rPr>
              <a:t>студенты 1 курса МТИ и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z="1200">
                <a:solidFill>
                  <a:schemeClr val="tx1"/>
                </a:solidFill>
              </a:rPr>
              <a:t>Город и регион:</a:t>
            </a:r>
            <a:r>
              <a:rPr lang="ru-RU" dirty="0" sz="1200">
                <a:solidFill>
                  <a:schemeClr val="tx1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b="1">
                <a:solidFill>
                  <a:srgbClr val="310F53"/>
                </a:solidFill>
              </a:rPr>
              <a:t>КОМАНДА «ELABS»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Веб-тренажёр в знакомом оператору интерфейсе: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team-both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749" y="335267"/>
            <a:ext cx="6438865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0937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8165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Telegram: @Angel3044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+7 914 883-66-57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МАИ, 1 курс, ТОП-ИТ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8165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Головченко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0405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76337" y="4250028"/>
            <a:ext cx="1894354" cy="1624612"/>
          </a:xfrm>
        </p:spPr>
        <p:txBody>
          <a:bodyPr>
            <a:no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Капитан, ML-инженер: синтез и распознавание речи, LLM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Telegram: @bceloss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+7 901 664-73-53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 dirty="0">
                <a:solidFill>
                  <a:schemeClr val="tx1"/>
                </a:solidFill>
              </a:rPr>
              <a:t>МТИ, 1 курс, «Информационные системы и 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7633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Петров</a:t>
            </a:r>
          </a:p>
        </p:txBody>
      </p:sp>
      <p:pic>
        <p:nvPicPr>
          <p:cNvPr id="59" name="Picture 58" descr="team-denis.jpg"/>
          <p:cNvPicPr>
            <a:picLocks noChangeAspect="1"/>
          </p:cNvPicPr>
          <p:nvPr/>
        </p:nvPicPr>
        <p:blipFill>
          <a:blip r:embed="rId4"/>
          <a:srcRect b="9850"/>
          <a:stretch>
            <a:fillRect/>
          </a:stretch>
        </p:blipFill>
        <p:spPr>
          <a:xfrm>
            <a:off x="4039374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team-sasha-sq.jpg"/>
          <p:cNvPicPr>
            <a:picLocks noChangeAspect="1"/>
          </p:cNvPicPr>
          <p:nvPr/>
        </p:nvPicPr>
        <p:blipFill>
          <a:blip r:embed="rId5"/>
          <a:srcRect b="10459"/>
          <a:stretch>
            <a:fillRect/>
          </a:stretch>
        </p:blipFill>
        <p:spPr>
          <a:xfrm>
            <a:off x="6344444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Дружим со школы, с пятого класса. Денис несколько лет занимается синтезом речи и аудиокодеками: собрал открытый русскоязычный речевой корпус ESpeech и выводил TTS в прод для голосового агента.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Реалистичный голос в реальном времени без GPU — обучили облегчённую модель синтеза под CPU; в llama.cpp добавили MTP для GigaChat 3.1 (+44 % скорости). Нормативы ДДС уточнились за два дня до сдачи, и мы перестроили отсчёт времени и поток карточек.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Совмещали с учёбой и работой: всё делали вечерами и в дороге.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chemeClr val="tx1"/>
                </a:solidFill>
              </a:rPr>
              <a:t>Объединить опыт в речевых технологиях и сделать продукт, который реально можно поставить на обычное железо.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200" dirty="0">
                <a:solidFill>
                  <a:schemeClr val="tx1"/>
                </a:solidFill>
              </a:rPr>
              <a:t>Эталон считается детерминированно по классификатору ЕКП (1 283 позиции).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с цитатой, которую проверяет код.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ДДС: поток карточек, нормативы 30 с и 3 мин, бригада, голос со старшим и начальником.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Два профиля моделей: на CPU GigaChat 3.1 и кросс-энкодер, на GPU Gemma 4; адрес модели задаётся одной переменной.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Для учебного центра: подготовка операторов 112 и ДДС в знакомом им интерфейсе, на отдельном стенде.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Преподаватель готовит вызовы с моделью, проводит занятия, экзамены и блицы, ставит экспертную оценку.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Аналитика группы: ошибки, прогноз результата и рекомендации, каждое сверено с фактом и базовой линией.</a:t>
            </a:r>
          </a:p>
          <a:p>
            <a:r>
              <a:rPr lang="ru-RU" sz="1200" dirty="0">
                <a:solidFill>
                  <a:schemeClr val="tx1"/>
                </a:solidFill>
              </a:rPr>
              <a:t>Развитие: подбор служб по территории,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06964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ЧТО УМЕЕТ ТРЕНАЖЁР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090000"/>
          <a:ext cx="11500000" cy="5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0000"/>
                <a:gridCol w="5000000"/>
                <a:gridCol w="800000"/>
              </a:tblGrid>
              <a:tr h="228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Возможность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Чем подтверждено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Нейросетевая оценка: сказанное заявителем против заполненного в карточке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94 % на 66 парах, каждое замечание с цитатой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Знакомый оператору интерфейс: карточка, реестр, справочники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211 служб, 51 тип, сравнение экранов с образцами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Две роли: оператор 112 и диспетчер ДДС, у каждого только своё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разделы и лента только своей роли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нормативы 30 с и 3 мин, статусы, 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 статусов, отказ только с причиной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Голос: доклад начальнику и разговор со старшим бригады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распознавание 0,2–0,3 с, озвучка 0,5–0,7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своими словами, голосом или текстом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понято 27 из 27 вопросов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результата и его проверка по факту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110 прогнозов на группе ИИ-агентов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412 рекомендаций, 372 проверены следующим вызовом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Учебный материал и занятия: вызовы, экзамены, блицы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черновик пишет модель, эталон служб считает ЕКП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Ход занятия по местам в реальном времени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обновление каждые 2,5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Веса оценки с пересчётом и журналом действий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 групп проверок, «было → стало» до сохранения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18 настраиваемых параметров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пределы проверяет сервер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Аналитика по группе и по ученику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только сданные попытки, доли с числителем и знаменателем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Полный контроль преподавателя: автоматическая и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замечания нейросети подтвердить или отклонить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контур: все модели локально, два профиля железа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 каждой модели задаётся одной переменной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 на CPU и GPU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p99 0,27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пользователей,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50 и 80 вызовов разом, все дошли до разбора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Интеграция: открытый API, модели по стандарту, выгрузка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REST, 92 операции, описание OpenAPI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400 серверных проверок, 102 сценария в браузере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Развитие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что делаем дальше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Проверить самим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ссылки и учётные записи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76094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6075" y="126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проверяется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6075" y="1640000"/>
            <a:ext cx="46500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Всё, что заявитель сказал голосом, против того, что курсант записал в карточку и какие службы выбрал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Правила: у каждого факта сценария отметка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Цитату каждого замечания проверяет код,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и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73 %, не видит упущенного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4423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ИНТЕРФЕЙС: ЗНАКОМАЯ ОПЕРАТОРУ РАСКЛАДКА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Карточка ДДС в тренажёре</a:t>
            </a:r>
          </a:p>
        </p:txBody>
      </p:sp>
      <p:pic>
        <p:nvPicPr>
          <p:cNvPr id="4" name="Picture 3" descr="сравнение-карточка-ддс.png"/>
          <p:cNvPicPr>
            <a:picLocks noChangeAspect="1"/>
          </p:cNvPicPr>
          <p:nvPr/>
        </p:nvPicPr>
        <p:blipFill>
          <a:blip r:embed="rId2"/>
          <a:srcRect l="50500" t="7000"/>
          <a:stretch>
            <a:fillRect/>
          </a:stretch>
        </p:blipFill>
        <p:spPr>
          <a:xfrm>
            <a:off x="1997354" y="1470000"/>
            <a:ext cx="3997441" cy="22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382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Реестр происшествий в тренажёре</a:t>
            </a:r>
          </a:p>
        </p:txBody>
      </p:sp>
      <p:pic>
        <p:nvPicPr>
          <p:cNvPr id="6" name="Picture 5" descr="сравнение-журнал.png"/>
          <p:cNvPicPr>
            <a:picLocks noChangeAspect="1"/>
          </p:cNvPicPr>
          <p:nvPr/>
        </p:nvPicPr>
        <p:blipFill>
          <a:blip r:embed="rId3"/>
          <a:srcRect l="50500" t="7000"/>
          <a:stretch>
            <a:fillRect/>
          </a:stretch>
        </p:blipFill>
        <p:spPr>
          <a:xfrm>
            <a:off x="1997354" y="4140000"/>
            <a:ext cx="3997441" cy="22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896075" y="1150000"/>
            <a:ext cx="395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Зачем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1640000"/>
            <a:ext cx="3650000" cy="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Оператор учится на тех же экранах, с которыми будет работать: ничему не придётся переучиваться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96075" y="2450000"/>
            <a:ext cx="3950000" cy="36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075" y="25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075" y="2940000"/>
            <a:ext cx="3650000" cy="30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Журнал, карточка 112 и карточка ДДС повторяют привычную раскладку: сетка, цвета, полосы служб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 же справочники: 211 служб в окне «Добавьте службы», 51 тип «что случилось?» в привычном написании и порядке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Каждый экран сравнён с образцом, сравнения приложены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Узкий экран без горизонтальной прокрутки, проверяется автотестом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911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ДВЕ РОЛИ: У КАЖДОГО ТОЛЬКО СВОЁ</a:t>
            </a:r>
          </a:p>
        </p:txBody>
      </p:sp>
      <p:pic>
        <p:nvPicPr>
          <p:cNvPr id="3" name="Picture 2" descr="16-разделы-112.png"/>
          <p:cNvPicPr>
            <a:picLocks noChangeAspect="1"/>
          </p:cNvPicPr>
          <p:nvPr/>
        </p:nvPicPr>
        <p:blipFill>
          <a:blip r:embed="rId2"/>
          <a:srcRect b="54000"/>
          <a:stretch>
            <a:fillRect/>
          </a:stretch>
        </p:blipFill>
        <p:spPr>
          <a:xfrm>
            <a:off x="346075" y="1547266"/>
            <a:ext cx="5625000" cy="145546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Оператор 112: разделы выданного, статус и балл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6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Три раздела: «Учебные вызовы», «Экзамены», «Тренировка по частям». Видно только то, что выдал преподаватель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Карточка 112: несколько типов происшествия, все уровни признаков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Законченное открывается только на разбор, пройти заново нельзя</a:t>
            </a:r>
          </a:p>
        </p:txBody>
      </p:sp>
      <p:pic>
        <p:nvPicPr>
          <p:cNvPr id="8" name="Picture 7" descr="17-разделы-ддс.png"/>
          <p:cNvPicPr>
            <a:picLocks noChangeAspect="1"/>
          </p:cNvPicPr>
          <p:nvPr/>
        </p:nvPicPr>
        <p:blipFill>
          <a:blip r:embed="rId3"/>
          <a:srcRect b="37000"/>
          <a:stretch>
            <a:fillRect/>
          </a:stretch>
        </p:blipFill>
        <p:spPr>
          <a:xfrm>
            <a:off x="6221075" y="1278320"/>
            <a:ext cx="5625000" cy="199335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21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Диспетчер ДДС: те же разделы и лента своей службы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1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1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 ленте только учебные происшествия от преподавателя: карточки курсантов 112 к ДДС не попадают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Статусы, бригада, доклады старшего и начальнику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Приём вызова и карточка 112 диспетчеру недоступны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911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ДДС: НОРМАТИВЫ И ПОТОК КАРТОЧЕК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открытия: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отказ.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6075" y="4060000"/>
            <a:ext cx="50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Разбор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6075" y="4440000"/>
            <a:ext cx="505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Открыто ли вовремя, когда сделана первая запись, верны ли статусы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 каждой ошибки своя цена в баллах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Карточки в очереди ждут со своим таймером, как в реальной смене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Диспетчер докладывает начальнику и говорит со старшим бригады голосом. Телефон не нужен: программная эмуляция связи, всё работает на процессоре внутри контура.</a:t>
            </a:r>
          </a:p>
        </p:txBody>
      </p:sp>
      <p:pic>
        <p:nvPicPr>
          <p:cNvPr id="4" name="Picture 3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Всё локально, на процессоре; SIP не требуется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что доложено, что нет, что неверно. Каждое замечание с цитатой, которую проверяет код; на GPU разбор занимает 1,3 с.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19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РАЗГОВОР С ЗАЯВИТЕЛЕМ СВОИМИ СЛОВАМИ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6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Курсант спрашивает заявителя своими словами, голосом или текстом, и слышит ответ. Сценарий не ограничен готовыми вопросами: тренировка ближе к живому разговору.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сценария, выдумать нечего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Бессмысленные отсеяны: CPU 5 из 7 за 1,7 с, GPU 7 из 7 за 0,13 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Мужской или женский голос, по отчеству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На GPU реплику пишет модель: 16 из 19 живые, 0,5 с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прошла, звучит фраза сценария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Отметка «выяснил / угадал» от генерации не зависит</a:t>
            </a:r>
          </a:p>
        </p:txBody>
      </p:sp>
      <p:pic>
        <p:nvPicPr>
          <p:cNvPr id="10" name="Picture 9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94352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ПРОГНОЗ РЕЗУЛЬТАТА И ЕГО ПРОВЕРКА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вызова, задним числом не правится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Факт появляется после разбора; рядом базовая линия: средний балл курсанта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Модель: гребневая регрессия по истории курсанта. Объяснима и не переобучается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10,7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ошибка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56 %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прогнозов в допуске ±10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Проверено на группе ИИ-агентов: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10 курсантов-агентов прошли вызовы через API, 110 прогнозов сверены с фактом. Механизм работает: прогноз, факт и базовая линия считаются и сходятся по всей истории.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400" b="84000"/>
          <a:stretch>
            <a:fillRect/>
          </a:stretch>
        </p:blipFill>
        <p:spPr>
          <a:xfrm>
            <a:off x="346075" y="5214500"/>
            <a:ext cx="11500000" cy="620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«Прогноз и факт» в аналитике преподавателя. Прогноз, факт и базовая линия всегда рядом, и экран сам подсказывает, когда данных ещё мало. С историей реальных курсантов прогноз становится точнее.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76094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повторилась. Текст берётся из замечаний разбора, модель его не пишет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Фиксируется со временем; следующий разбор ставит вердикт: ушла ошибка или нет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рекомендаций выдано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проверено следующим вызовом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из проверенных сработали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Проверено на группе ИИ-агентов: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те же 10 курсантов-агентов, 412 рекомендаций. Каждая привязана к вызову и ко времени, у 372 есть вердикт по следующему вызову.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0000" b="30000"/>
          <a:stretch>
            <a:fillRect/>
          </a:stretch>
        </p:blipFill>
        <p:spPr>
          <a:xfrm>
            <a:off x="346075" y="5201562"/>
            <a:ext cx="11500000" cy="646875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«Рекомендации и их исполнение». Доля сработавших показана рядом с базовой линией, поэтому преподаватель видит, какие рекомендации действительно помогают группе.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94352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ПРЕПОДАВАТЕЛЬ: МАТЕРИАЛ И ЗАНЯТИЕ</a:t>
            </a:r>
          </a:p>
        </p:txBody>
      </p:sp>
      <p:pic>
        <p:nvPicPr>
          <p:cNvPr id="3" name="Picture 2" descr="material-03-по-описанию.png"/>
          <p:cNvPicPr>
            <a:picLocks noChangeAspect="1"/>
          </p:cNvPicPr>
          <p:nvPr/>
        </p:nvPicPr>
        <p:blipFill>
          <a:blip r:embed="rId2"/>
          <a:srcRect l="20000" t="10000" r="35000" b="52000"/>
          <a:stretch>
            <a:fillRect/>
          </a:stretch>
        </p:blipFill>
        <p:spPr>
          <a:xfrm>
            <a:off x="346075" y="1313333"/>
            <a:ext cx="3733333" cy="177333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1. По описанию: черновик пишет модель</a:t>
            </a:r>
          </a:p>
        </p:txBody>
      </p:sp>
      <p:pic>
        <p:nvPicPr>
          <p:cNvPr id="5" name="Picture 4" descr="material-02-вызов-вручную.png"/>
          <p:cNvPicPr>
            <a:picLocks noChangeAspect="1"/>
          </p:cNvPicPr>
          <p:nvPr/>
        </p:nvPicPr>
        <p:blipFill>
          <a:blip r:embed="rId3"/>
          <a:srcRect l="20000" r="20000" b="43000"/>
          <a:stretch>
            <a:fillRect/>
          </a:stretch>
        </p:blipFill>
        <p:spPr>
          <a:xfrm>
            <a:off x="4229408" y="1202500"/>
            <a:ext cx="3733333" cy="1994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229408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…или вручную, в той же карточке 112</a:t>
            </a:r>
          </a:p>
        </p:txBody>
      </p:sp>
      <p:pic>
        <p:nvPicPr>
          <p:cNvPr id="7" name="Picture 6" descr="material-05-занятие-выбор.png"/>
          <p:cNvPicPr>
            <a:picLocks noChangeAspect="1"/>
          </p:cNvPicPr>
          <p:nvPr/>
        </p:nvPicPr>
        <p:blipFill>
          <a:blip r:embed="rId4"/>
          <a:srcRect t="3000" r="74000" b="25000"/>
          <a:stretch>
            <a:fillRect/>
          </a:stretch>
        </p:blipFill>
        <p:spPr>
          <a:xfrm>
            <a:off x="9305333" y="1150000"/>
            <a:ext cx="1348148" cy="21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112741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2. Занятие: материал поимённо, по порядку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Учебный материал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Вызовы 112 и происшествия ДДС: по описанию моделью или вручную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Эталон служб считает классификатор ЕКП, а не модель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Правка перепиской с моделью или руками; курсантам уходит только утверждённое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Выданное не правится, оценки курсантов не «поедут»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1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1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Занятие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1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Группа, режим 112 или ДДС и вид: обычное занятие, экзамен (5–10 вызовов подряд) или блиц — тренировка по частям карточки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Материал поимённо и по порядку, или по категориям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Пока занятие не начато, курсанты его не видят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Учебный набор: 20 вызовов, 20 происшествий, по 2 экзамена и 2 блица на роль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49458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ХОД ЗАНЯТИЯ ПО МЕСТАМ</a:t>
            </a:r>
          </a:p>
        </p:txBody>
      </p:sp>
      <p:pic>
        <p:nvPicPr>
          <p:cNvPr id="3" name="Picture 2" descr="01-ход-занятия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346075" y="1243125"/>
            <a:ext cx="7300000" cy="246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pic>
        <p:nvPicPr>
          <p:cNvPr id="4" name="Picture 3" descr="01б-ход-занятия-ддс.png"/>
          <p:cNvPicPr>
            <a:picLocks noChangeAspect="1"/>
          </p:cNvPicPr>
          <p:nvPr/>
        </p:nvPicPr>
        <p:blipFill>
          <a:blip r:embed="rId3"/>
          <a:srcRect t="27000" b="38000"/>
          <a:stretch>
            <a:fillRect/>
          </a:stretch>
        </p:blipFill>
        <p:spPr>
          <a:xfrm>
            <a:off x="346075" y="4331406"/>
            <a:ext cx="7300000" cy="143718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896075" y="1150000"/>
            <a:ext cx="39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видит преподаватель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075" y="1640000"/>
            <a:ext cx="3650000" cy="2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Место и курсант: текущая карточка, таймер против норматива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112: что уже заполнено — заявитель, адрес, тип, опросная карта, службы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ДДС: служба, очередь, статус, «не оповещено»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Опоздавшие красным, счётчики по занятию сверху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Блоки 112 и ДДС раздельно; есть режим проектора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96075" y="4500000"/>
            <a:ext cx="395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075" y="4590000"/>
            <a:ext cx="365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2,5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075" y="506879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обновление без перезагрузки; последний балл на карточке места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052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ВЕСА ОЦЕНКИ: КРИТЕРИИ УСПЕШНОСТИ</a:t>
            </a:r>
          </a:p>
        </p:txBody>
      </p:sp>
      <p:pic>
        <p:nvPicPr>
          <p:cNvPr id="3" name="Picture 2" descr="02-веса-оценк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71875"/>
            <a:ext cx="7300000" cy="41062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7896075" y="1150000"/>
            <a:ext cx="3950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считается балл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075" y="1640000"/>
            <a:ext cx="3650000" cy="2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7 групп проверок: время, статусы, комментарии, адрес, тип и службы, полнота, текст; вес каждой от 0 до 5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Выяснил — 1, угадал — ⅔, пусто — ⅓, неверно — 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1">
                <a:solidFill>
                  <a:srgbClr val="1C1D22"/>
                </a:solidFill>
                <a:latin typeface="Montserrat"/>
              </a:rPr>
              <a:t>Балл = Σ(вес × зачёт) / Σ вес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Похожая, но другая улица: не выше 40, бригада уедет не туда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96075" y="4050000"/>
            <a:ext cx="3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41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Прозрачно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4540000"/>
            <a:ext cx="3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Двигаете ползунок и до сохранения видите «было → стало» по каждому ученику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Сохранение пересчитывает сданные попытки и пишется в журнал 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53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Адрес с весом 5, полнота с весом 4: средний балл по сданным попыткам пересчитан сразу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777882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экзамен;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18 параметров лежат в таблице настроек, а не в коде; значение вне пределов сервер отклоняет. Администратор меняет их на вкладке «Параметры» или через API, каждое изменение попадает в журнал действий. Веса оценки задаёт преподаватель, слайд 17.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052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АНАЛИТИКА ПО ГРУППЕ И ПО УЧЕНИКУ</a:t>
            </a:r>
          </a:p>
        </p:txBody>
      </p:sp>
      <p:pic>
        <p:nvPicPr>
          <p:cNvPr id="3" name="Picture 2" descr="03-аналитика-группы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8753" y="1150000"/>
            <a:ext cx="5344644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Группа: лидеры и отстающие с причиной, типичные ошибки, тепловая карта</a:t>
            </a:r>
          </a:p>
        </p:txBody>
      </p:sp>
      <p:pic>
        <p:nvPicPr>
          <p:cNvPr id="5" name="Picture 4" descr="04-аналитика-ученика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150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9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Ученик: динамика балла, на чём ошибается, история попыток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диаграммам можно верить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Строятся только из сданных попыток; «—» значит, что проверок не было, а не ноль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Доли показаны с числителем и знаменателем; в сводку модели идут готовые числа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Операторы 112 и диспетчеры ДДС отдельно; прогноз рядом с фактом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Тепловая карта ошибок по группе; у каждого ученика история попыток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62776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ПОЛНЫЙ КОНТРОЛЬ ПРЕПОДАВАТЕЛЯ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Всё, что делает курсант, выдаёт преподаватель: вызовы, происшествия, экзамены, блицы (слайд 15)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Ход занятия по местам в реальном времени (слайд 16)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Веса оценки и пересчёт (слайд 17); автоматическая и экспертная оценка рядом, замечания нейросети можно подтвердить или отклонить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Аналитика группы и ученика;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Удаление: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Экспертных оценок не ставит,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Модель учится у преподавателя: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все его поправки к замечаниям и сценариям идут в контекст модели при следующей подготовке материала.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76941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Все модели работают внутри контура, на сервере учебного центра. Адрес каждой модели задаётся одной переменной, поэтому её можно перенести на любую машину внутри сети.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CPU,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GPU, если есть видеокарта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выключены, чтобы не ждать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Адреса моделей: ML_BASE_URL, VOICE_BASE_URL, NLI_BASE_URL.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Развёртывание одной командой: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deploy/up.sh (docker compose), HTTPS, потому что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Замеры на CPU: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EPYC 7532, 6 потоков и 32 ГБ, то есть сервер класса ТЗ.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2644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скорость GigaChat на процессоре: поддержку MTP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разбор правилами показывается мгновенно, анализ модели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76094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НЕФУНКЦИОНАЛЬНЫЕ ТРЕБОВАНИЯ: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 1783 запроса/с,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разом: все дошли до разбора; 80 разом: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попадают в базу через 0,1 с после её возврата; канал событий восстанавливается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 группе 0,56–0,71 с, и 0,65 с при 176 задачах модели в очереди;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программная эмуляция связи без SIP; распознавание фразы 0,2–0,3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EPYC 7532. Замеры показали четыре узких места, в том числе отчёт в очереди за моделью. Все исправлены до сдачи.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34447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REST, 92 операции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OpenAPI: /api/docs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Протокол OpenAI: llama.cpp, vLLM, Ollama без правки кода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Голос и сверка: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Справочники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через API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Службы и типы из справочников 112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Отчёт по вызову: JSON и CSV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Отчёт по группе: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Доступ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Свои учётные записи и роли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86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серверных проверок,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сценария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24,7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строк Rust и 10,4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базе,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40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документация,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PROVENANCE.md: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OPEN-QUESTIONS.md: все допущения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backend/docs/замеры: методика и сырые данные замеров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1653176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РАЗВИТИЕ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Службы по территории.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Сейчас службы подбираются по типу происшествия; после получения справочника районов добавим подбор по району и подчинённости.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SIP-телефония.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Голос уже работает через программную эмуляцию; следующий шаг — подключение к телефонии учебного центра.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Живая группа.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Прогноз и рекомендации проверены на ИИ-агентах; с историей реальных курсантов прогноз станет точнее, а анализ нейросети сверим с оценками преподавателей.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Единый вход.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Сейчас свои учётные записи; подключим локальную систему доступа (LDAP/AD).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Замеры на настольном i7.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CPU-профиль измерен на сервере EPYC 7532; проверим на машине из ТЗ.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Обратная связь ДДС в 112.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Диспетчер сможет сообщать оператору об ошибке в карточке.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2644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Репозиторий: sourcecraft.dev/lct-hackaton-2026/case-09-112-dispatcher-simulator-team-88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Стенд без видеокарты: https://87.242.101.125:25566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Стенд с видеокартой: https://87.242.101.125:25580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Сертификат самоподписанный: браузер попросит подтвердить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Демо-ролик и видеопрезентация: docs/video/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op01…op05, op06…op10 — операторы 112, две группы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dds01…dds05 — диспетчеры ДДС: Служба 101, 104, 103, ЦОДД, Мослифт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dds06…dds10 — то же, пятый — Деп. ЖКХ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Запуск: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deploy/up.sh поднимает сервер, базу и модели одной командой; учебный набор уже внутри.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