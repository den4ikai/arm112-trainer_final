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диспетчера ДДС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Замкнутый цикл без преподавателя: ИИ → задание → разбор → рекомендация → следующее задание. Эталон считает классификатор ЕКП, модель пишет только текст. Голос и модели работают локально, в закрытом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Капитан: </a:t>
            </a:r>
            <a:r>
              <a:rPr lang="ru-RU" dirty="0" sz="120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Кол-во участников: </a:t>
            </a:r>
            <a:r>
              <a:rPr lang="ru-RU" dirty="0" sz="120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z="120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z="120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Город и регион:</a:t>
            </a:r>
            <a:r>
              <a:rPr lang="ru-RU" dirty="0" sz="120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b="1">
                <a:solidFill>
                  <a:srgbClr val="310F53"/>
                </a:solidFill>
              </a:rPr>
              <a:t>КОМАНДА «ELABS»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Веб-тренажёр диспетчера ДДС в привычном интерфейсе рабочего места: ИИ собирает учебное происшествие, диспетчер ведёт карточку, бригаду и звонки по IP-телефону, тренажёр оценивает работу, даёт рекомендации и сам готовит следующее задание. Преподаватель управляет и видит всё.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team-both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749" y="335267"/>
            <a:ext cx="6438865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  <p:pic>
        <p:nvPicPr>
          <p:cNvPr id="59" name="Picture 58" descr="team-denis.jpg"/>
          <p:cNvPicPr>
            <a:picLocks noChangeAspect="1"/>
          </p:cNvPicPr>
          <p:nvPr/>
        </p:nvPicPr>
        <p:blipFill>
          <a:blip r:embed="rId4"/>
          <a:srcRect b="9850"/>
          <a:stretch>
            <a:fillRect/>
          </a:stretch>
        </p:blipFill>
        <p:spPr>
          <a:xfrm>
            <a:off x="4039374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team-sasha-sq.jpg"/>
          <p:cNvPicPr>
            <a:picLocks noChangeAspect="1"/>
          </p:cNvPicPr>
          <p:nvPr/>
        </p:nvPicPr>
        <p:blipFill>
          <a:blip r:embed="rId5"/>
          <a:srcRect b="10459"/>
          <a:stretch>
            <a:fillRect/>
          </a:stretch>
        </p:blipFill>
        <p:spPr>
          <a:xfrm>
            <a:off x="6344444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На отборе построили оператора 112 и ДДС, после обратной связи экспертов за три дня перестроили тренажёр вокруг диспетчера ДДС: IP-телефон, подсказки, задания от ИИ.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Происшествие от ИИ: позиция классификатора ЕКП (1 283 позиции) задаёт эталон, модель пишет только текст заявителя и описание.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IP-телефон диспетчера: справочник от преподавателя, входящие от бригады с АОН, журнал вызовов, запись разговора, голос.</a:t>
            </a:r>
          </a:p>
          <a:p>
            <a:r>
              <a:rPr lang="ru-RU" sz="1200" dirty="0">
                <a:solidFill>
                  <a:schemeClr val="tx1"/>
                </a:solidFill>
              </a:rPr>
              <a:t>Разбор по нормативам 30 с и 3 мин, рекомендации с проверкой следующей карточкой, «Следующее задание от ИИ».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Два профиля моделей: GigaChat 3.1 на CPU или Gemma 4 на GPU; голос GigaAM v3 и TeraTTS на CPU. 437 серверных и 120 браузерных проверок.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Для учебного центра: подготовка диспетчеров ДДС в привычном им интерфейсе, на отдельном стенде без выхода в интернет.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Преподаватель задаёт службы и телефоны, проводит занятия и экзамены, слушает записи разговоров, ставит экспертную оценку.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Курсант тренируется сам: тренажёр выдаёт задание, оценивает, советует и готовит следующее.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Приём вызовов 112 в составе тренажёра: включает администратор.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644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ЗАЧЕМ ЭТО НУЖНО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Диспетчер ДДС учится на живых карточках: принять происшествие, выдержать норматив, направить бригаду, доложить. Преподаватель один на группу и не может сидеть рядом с каждым.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2100000"/>
            <a:ext cx="3666666" cy="3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2210000"/>
            <a:ext cx="3366666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нужно курсанту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2590000"/>
            <a:ext cx="3366666" cy="2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Поток карточек своей службы, а не одна учебная задача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Бригада, которая докладывает и звонит сама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Разбор сразу после карточки: что не так и сколько это стоило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Следующее задание под свою ошибку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2741" y="2100000"/>
            <a:ext cx="3666666" cy="3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2741" y="2210000"/>
            <a:ext cx="3366666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нужно преподавателю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2741" y="2590000"/>
            <a:ext cx="3366666" cy="2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Задать службы, телефоны и порядок занятия один раз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Видеть ход занятия по каждому рабочему месту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Слушать разговоры и ставить свою оценку рядом с автоматической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Не писать карточки вручную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9407" y="2100000"/>
            <a:ext cx="3666666" cy="3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9407" y="2210000"/>
            <a:ext cx="3366666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нужно учебному центру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9407" y="2590000"/>
            <a:ext cx="3366666" cy="2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Интерфейс, к которому не придётся переучиваться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Работа без интернета, на своём сервере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Нейросети без выдумок: эталон считает классификатор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Документация и развёртывание одной командой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5700000"/>
            <a:ext cx="11500000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Ответ: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тренажёр, который сам замыкает цикл обучения, а преподаватель им управляет.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052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РЕШЕНИЕ: ЗАМКНУТЫЙ ЦИКЛ 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Каждый шаг делает тренажёр, преподаватель задаёт правила и видит всё.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2000000"/>
            <a:ext cx="1996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075" y="2120000"/>
            <a:ext cx="1756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075" y="2480000"/>
            <a:ext cx="175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ИИ собирает задание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075" y="2900000"/>
            <a:ext cx="1756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позиция классификатора, опросная карта, текст заявителя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02075" y="2745000"/>
            <a:ext cx="260000" cy="26000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22075" y="2000000"/>
            <a:ext cx="1996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2075" y="2120000"/>
            <a:ext cx="1756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42075" y="2480000"/>
            <a:ext cx="175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Диспетчер работает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075" y="2900000"/>
            <a:ext cx="1756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карточка, статусы, бригада, IP-телефон, доклад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78075" y="2745000"/>
            <a:ext cx="260000" cy="26000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98075" y="2000000"/>
            <a:ext cx="1996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8075" y="2120000"/>
            <a:ext cx="1756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8075" y="2480000"/>
            <a:ext cx="175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Разбор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8075" y="2900000"/>
            <a:ext cx="1756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нормативы 30 с и 3 мин, статусы по факту, цена ошибки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54075" y="2745000"/>
            <a:ext cx="260000" cy="26000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74075" y="2000000"/>
            <a:ext cx="1996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4075" y="2120000"/>
            <a:ext cx="1756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4075" y="2480000"/>
            <a:ext cx="175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Рекомендация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4075" y="2900000"/>
            <a:ext cx="1756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что тренировать дальше; проверяется следующей карточкой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530075" y="2745000"/>
            <a:ext cx="260000" cy="26000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50075" y="2000000"/>
            <a:ext cx="1996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0075" y="2120000"/>
            <a:ext cx="1756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0075" y="2480000"/>
            <a:ext cx="175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Следующее задание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0075" y="2900000"/>
            <a:ext cx="1756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ИИ готовит происшествие под рекомендацию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075" y="3870000"/>
            <a:ext cx="11500000" cy="3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5 → 2: следующее задание сразу попадает в ленту диспетчера, цикл идёт без преподавателя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075" y="4300000"/>
            <a:ext cx="5625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75" y="44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75" y="4790000"/>
            <a:ext cx="5325000" cy="1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Службы, справочник телефонов, занятия и экзамены, веса оценки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Ход занятия по рабочим местам, записи разговоров, экспертная оценка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Аналитика по группе и по курсанту, доля сработавших рекомендаций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21075" y="4300000"/>
            <a:ext cx="5625000" cy="1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1075" y="44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1075" y="4790000"/>
            <a:ext cx="5325000" cy="1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Учётные записи и роли, параметры тренажёра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Рабочее место оператора 112 включает только он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 действий, резервные копии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86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РАБОЧЕЕ МЕСТО ДИСПЕТЧЕРА ДДС</a:t>
            </a:r>
          </a:p>
        </p:txBody>
      </p:sp>
      <p:pic>
        <p:nvPicPr>
          <p:cNvPr id="3" name="Picture 2" descr="06-карточка-подсказки-телефон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50000"/>
            <a:ext cx="7350000" cy="4134375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5324375"/>
            <a:ext cx="7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Карточка происшествия с включёнными подсказками: окна пронумерованы, у текущего — пояснение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46075" y="1150000"/>
            <a:ext cx="390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6075" y="1260000"/>
            <a:ext cx="3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на экране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6075" y="1640000"/>
            <a:ext cx="3600000" cy="16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Лента происшествий своей службы, карточка с реквизитами и описанием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Вкладки служб, статусы реагирования, бригада, доклад начальнику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Зелёный кружок в углу: IP-телефон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46075" y="3500000"/>
            <a:ext cx="390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6075" y="3610000"/>
            <a:ext cx="3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Подсказки по кнопке «?»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075" y="3990000"/>
            <a:ext cx="3600000" cy="16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Окна и кнопки обведены и пронумерованы в порядке работы по памятке ДДС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«Далее» и «Назад» ведут по шагам, у каждого — что это и когда этим пользоваться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Накладка не перестраивает интерфейс: учишься на том же экране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06964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ПРОИСШЕСТВИЕ ОТ 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Преподавателю или курсанту достаточно выбрать службу: карточку собирает тренажёр. Эталон считает классификатор, модель пишет только текст.</a:t>
            </a:r>
          </a:p>
        </p:txBody>
      </p:sp>
      <p:pic>
        <p:nvPicPr>
          <p:cNvPr id="4" name="Picture 3" descr="12-материал-от-и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950000"/>
            <a:ext cx="6300000" cy="354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553375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Учебный материал преподавателя: «Происшествие от ИИ», по описанию, вручную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96075" y="1950000"/>
            <a:ext cx="495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6075" y="20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собирается карточка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075" y="2440000"/>
            <a:ext cx="4650000" cy="14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Берётся позиция классификатора ЕКП, по которой выезжает служба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Ответы опросной карты собираются и проверяются классификатором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Модель пишет заявителя, адрес и описание под эти ответы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Преподаватель правит и утверждает; курсант получает карточку сразу в ленту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6075" y="4050000"/>
            <a:ext cx="4950000" cy="1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6075" y="41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карточкам можно верить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6075" y="4540000"/>
            <a:ext cx="4650000" cy="1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и признаков — детерминированный, из 1 283 позиций ЕКП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Текст модели не влияет на оценку: проверяется то, что задал классификатор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Нормативы для такой карточки идут как для обычной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352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БРИГАДА И IP-ТЕЛЕФОН</a:t>
            </a:r>
          </a:p>
        </p:txBody>
      </p:sp>
      <p:pic>
        <p:nvPicPr>
          <p:cNvPr id="3" name="Picture 2" descr="03-карточка-телефон-открыт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50000"/>
            <a:ext cx="6300000" cy="354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73375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Окно IP-телефона поверх карточки: линия, телефонная книга, набор, журнал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96075" y="1150000"/>
            <a:ext cx="495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6075" y="12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Телефон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6075" y="1640000"/>
            <a:ext cx="465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Статус линии и внутренний номер, телефонная книга, набор номера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Входящий от бригады с АОН: кружок мигает, окно открывается само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Удержание, микрофон, журнал вызовов: принят, пропущен, сброшен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Запись разговора в WAV, преподаватель слушает целиком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75" y="360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6075" y="37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Собеседники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6075" y="409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Справочник до 10 номеров на службу формирует преподаватель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Руководитель организации, начальник отдела реагирования, начальник и специалист аварийной бригады: каждый отвечает по-своему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Заявитель — только если преподаватель его включил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Говорить в микрофон или текстом; ответ голосом: GigaAM v3 и TeraTTS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5073750"/>
            <a:ext cx="63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Бригада: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направляется после статуса «Принята»; старший докладывает по этапам, статус засчитывается, если поставлен по факту доклада.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644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ОЦЕНКА И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666666" cy="1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3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3366666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открыть карточку с момента поступления: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2741" y="1150000"/>
            <a:ext cx="3666666" cy="1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2741" y="1240000"/>
            <a:ext cx="3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2741" y="1681960"/>
            <a:ext cx="3366666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первая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9407" y="1150000"/>
            <a:ext cx="3666666" cy="1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9407" y="1240000"/>
            <a:ext cx="3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 факту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9407" y="1681960"/>
            <a:ext cx="3366666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статус засчитывается, только если бригада действительно доложила об этом этапе</a:t>
            </a:r>
          </a:p>
        </p:txBody>
      </p:sp>
      <p:pic>
        <p:nvPicPr>
          <p:cNvPr id="12" name="Picture 11" descr="p04-анализ-текста.png"/>
          <p:cNvPicPr>
            <a:picLocks noChangeAspect="1"/>
          </p:cNvPicPr>
          <p:nvPr/>
        </p:nvPicPr>
        <p:blipFill>
          <a:blip r:embed="rId2"/>
          <a:srcRect l="24500" t="26000" r="24500" b="31000"/>
          <a:stretch>
            <a:fillRect/>
          </a:stretch>
        </p:blipFill>
        <p:spPr>
          <a:xfrm>
            <a:off x="346075" y="2706066"/>
            <a:ext cx="6300000" cy="298786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6075" y="584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Анализ текста: каждое замечание с цитатой, которую проверяет код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96075" y="2600000"/>
            <a:ext cx="4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6075" y="27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 разборе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6075" y="3090000"/>
            <a:ext cx="4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Вовремя ли открыта карточка и сделана первая запись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Верны ли статусы и их порядок; отказ только с причиной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диспетчера против того, что слышал: упущено, противоречит, добавлено от себя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 каждой ошибки своя цена в баллах; веса задаёт преподаватель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Балл модель не меняет: замечания подтверждает преподаватель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052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РЕКОМЕНДАЦИИ И СЛЕДУЮЩЕЕ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После разбора закрытой карточки тренажёр говорит, что тренировать дальше, и по кнопке сам готовит происшествие под эту рекомендацию.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1950000"/>
            <a:ext cx="366666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2060000"/>
            <a:ext cx="3366666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Откуда рекомендация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2440000"/>
            <a:ext cx="3366666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Из замечаний разбора: нормативы, статусы, доклады, текст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Формулировки — из памятки ДДС и нормативов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Фиксируется с временем в карточке курсанта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2741" y="1950000"/>
            <a:ext cx="366666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2741" y="2060000"/>
            <a:ext cx="3366666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проверяется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2741" y="2440000"/>
            <a:ext cx="3366666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Следующая карточка той же службы ставит вердикт: ушла ли ошибка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Преподавателю — доля сработавших рядом с базовой линией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Курсант видит прошлые рекомендации и их итог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9407" y="1950000"/>
            <a:ext cx="366666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9407" y="2060000"/>
            <a:ext cx="3366666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«Следующее задание от ИИ»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9407" y="2440000"/>
            <a:ext cx="3366666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Кнопка у открытой рекомендации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ИИ собирает происшествие службы курсанта с отметкой, какую рекомендацию оно отрабатывает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Карточка сразу в ленте, преподаватель не нужен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4500000"/>
            <a:ext cx="26875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075" y="4590000"/>
            <a:ext cx="2387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≈70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075" y="4995130"/>
            <a:ext cx="23875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попыток ДДС за 8–18 октября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3575" y="4500000"/>
            <a:ext cx="26875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3575" y="4590000"/>
            <a:ext cx="2387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3575" y="4995130"/>
            <a:ext cx="23875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рекомендации выданы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1075" y="4500000"/>
            <a:ext cx="26875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1075" y="4590000"/>
            <a:ext cx="2387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1075" y="4995130"/>
            <a:ext cx="23875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сработали: ошибка ушла в следующей карточке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58575" y="4500000"/>
            <a:ext cx="26875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75" y="4590000"/>
            <a:ext cx="2387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75" y="4995130"/>
            <a:ext cx="23875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звонков в журнале IP-телефона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075" y="5700000"/>
            <a:ext cx="115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Статистика демонстрационного стенда: учебная группа из 10 симулированных курсантов прошла занятия через настоящий API, баллы и рекомендации посчитал тренажёр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36141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ПРЕПОДАВАТЕЛЬ</a:t>
            </a:r>
          </a:p>
        </p:txBody>
      </p:sp>
      <p:pic>
        <p:nvPicPr>
          <p:cNvPr id="3" name="Picture 2" descr="01б-ход-занятия-ддс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50000"/>
            <a:ext cx="5624999" cy="3164062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54062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Ход занятия по рабочим местам: таймеры против норматива</a:t>
            </a:r>
          </a:p>
        </p:txBody>
      </p:sp>
      <p:pic>
        <p:nvPicPr>
          <p:cNvPr id="5" name="Picture 4" descr="11-телефоны-ддс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24999" cy="3164061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221075" y="4354062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«Телефоны ДДС»: до 10 абонентов на службу, роли и номера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14062"/>
            <a:ext cx="5625000" cy="14859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24062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Готовит и проводит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204062"/>
            <a:ext cx="5325000" cy="91593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материал: от ИИ, по описанию, вручную; правка и утверждение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Занятия, экзамены, тренировка по частям; поимённый выбор материала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Веса оценки: семь групп проверок с пересчётом «было → стало»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4714062"/>
            <a:ext cx="5625000" cy="14859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4824062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Видит и оценивает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5204062"/>
            <a:ext cx="5325000" cy="91593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времени, режим проектора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Записи разговоров, замечания модели: подтвердить или отклонить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Экспертная оценка рядом с автоматической; аналитика по группе и курсанту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352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АДМИНИСТРАТОР И ВХОД</a:t>
            </a:r>
          </a:p>
        </p:txBody>
      </p:sp>
      <p:pic>
        <p:nvPicPr>
          <p:cNvPr id="3" name="Picture 2" descr="10-вход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50000"/>
            <a:ext cx="6700000" cy="3768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958750"/>
            <a:ext cx="67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Экран входа: учётные записи стенда одним щелчком, переключатель «Система 112»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96075" y="1150000"/>
            <a:ext cx="455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46075" y="1260000"/>
            <a:ext cx="42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46075" y="1640000"/>
            <a:ext cx="4250000" cy="16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Курсант: диспетчер ДДС своей службы или оператор 112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Преподаватель: материал, занятия, телефоны, аналитика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Администратор: учётные записи, параметры, классификатор, журнал действий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6075" y="3500000"/>
            <a:ext cx="455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46075" y="3610000"/>
            <a:ext cx="42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Параметры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6075" y="3990000"/>
            <a:ext cx="4250000" cy="16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Рабочее место 112 свёрнуто по умолчанию; включает администратор в «Параметрах» или на экране входа паролем администратора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IP-телефон, запись разговоров, время звонка и ответа абонента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Нормативы и веса; пределы проверяет сервер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86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ЗАКРЫТЫЙ КОНТУР И ТЕХНОЛОГИИ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Всё работает на сервере учебного центра, внешних обращений нет. Адрес каждой модели задаётся одной переменной.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46075" y="1950000"/>
          <a:ext cx="1150000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5000000"/>
                <a:gridCol w="380000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Сервер без видеокарты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Сервер с видеокартой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со спекулятивным декодированием MTP (+44 % скорости)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 INT4 на vLLM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текста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Gemma 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GigaAM v3 (распознавание) и TeraTTSv2 (синтез), ONNX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Сервер и клиент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Rust (axum) и PostgreSQL; React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46075" y="4400000"/>
            <a:ext cx="3666666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4490000"/>
            <a:ext cx="3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895130"/>
            <a:ext cx="3366666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серверных проверок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2741" y="4400000"/>
            <a:ext cx="3666666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2741" y="4490000"/>
            <a:ext cx="3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2741" y="4895130"/>
            <a:ext cx="3366666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сценариев в браузере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9407" y="4400000"/>
            <a:ext cx="3666666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9407" y="4490000"/>
            <a:ext cx="3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 команда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9407" y="4895130"/>
            <a:ext cx="3366666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deploy/up.sh поднимает сервер, базу и модели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19529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ЧТО СДЕЛАНО ПОСЛЕ ОТБОРА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В центре — диспетчер ДДС.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Приём вызовов 112 свёрнут и включается администратором; у курсанта ДДС своя лента, свои задания и кнопка «Новое происшествие от ИИ».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70000"/>
            <a:ext cx="1150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20000"/>
            <a:ext cx="11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Происшествие от ИИ.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 выбранной службе: позиция классификатора, проверенная опросная карта, текст от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90000"/>
            <a:ext cx="1150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40000"/>
            <a:ext cx="11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IP-телефон за зелёным кружком.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Справочник от преподавателя, входящие от бригады с АОН, журнал, запись разговора, голос.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610000"/>
            <a:ext cx="1150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60000"/>
            <a:ext cx="11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Подсказки по рабочему месту.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Кнопка «?»: окна пронумерованы и объяснены в порядке памятки ДДС.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430000"/>
            <a:ext cx="1150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80000"/>
            <a:ext cx="11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Рекомендации с проверкой и следующее задание от ИИ.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Цикл «задание → разбор → рекомендация → задание» без преподавателя.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250000"/>
            <a:ext cx="1150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400000"/>
            <a:ext cx="11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Вход одним щелчком и четыре документа.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Учётные записи на экране входа; описание, руководства администратора, преподавателя и обучаемого в PDF и DOCX.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503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КАК ПОСМОТРЕТЬ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Стенды и материалы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0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Стенд без видеокарты: https://87.242.101.125:25566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Стенд с видеокартой: https://87.242.101.125:25580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Сертификат самоподписанный: браузер попросит подтвердить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Репозиторий: sourcecraft.dev/lct-hackaton-2026/case-09-112-dispatcher-simulator-team-88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Документация: docs/1…4 (описание, администратор, преподаватель, обучаемый)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Видео: docs/video/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0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Все записи — на экране входа, вход одним щелчком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dds06…dds10 — то же, десятый — Деп. ЖКХ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admin — администратор; он же включает «Систему 112»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op01…op10 — операторы 112, когда система 112 включена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49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С чего начать: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войти как dds01, нажать «Новое происшествие от ИИ», открыть карточку за 30 с, принять входящий от бригады за зелёным кружком, закрыть карточку и посмотреть разбор с рекомендацией.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